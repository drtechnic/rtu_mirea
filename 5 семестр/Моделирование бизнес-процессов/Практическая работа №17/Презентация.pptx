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2C7880-39C1-4748-AE84-EFD8B9394E99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48F691-E24D-4A72-88F3-4A25D65F6827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дзаголовок 2"/>
          <p:cNvSpPr/>
          <p:nvPr/>
        </p:nvSpPr>
        <p:spPr>
          <a:xfrm>
            <a:off x="1839960" y="332640"/>
            <a:ext cx="6400080" cy="53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МИНОБРНАУКИ РОССИИ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Федеральное государственное бюджетное образовательное учреждение</a:t>
            </a:r>
            <a:br>
              <a:rPr sz="1400"/>
            </a:b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высшего образования</a:t>
            </a:r>
            <a:br>
              <a:rPr sz="1400"/>
            </a:b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«МИРЭА </a:t>
            </a: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Symbol"/>
              </a:rPr>
              <a:t></a:t>
            </a: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Российский технологический университет»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Times New Roman"/>
              </a:rPr>
              <a:t> РТУ МИРЭА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Институт информационных технологий (ИИТ)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Кафедра практической и прикладной информатики (ППИ)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ОТЧЕТ ПО ПРАКТИЧЕСКОЙ РАБОТЕ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 дисциплине «Моделирование бизнес-процессов»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1" lang="ru-RU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Практическое занятие № 17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4410000" y="180000"/>
            <a:ext cx="1259640" cy="12596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2" name=""/>
          <p:cNvGraphicFramePr/>
          <p:nvPr/>
        </p:nvGraphicFramePr>
        <p:xfrm>
          <a:off x="1855800" y="3960000"/>
          <a:ext cx="6368760" cy="1469880"/>
        </p:xfrm>
        <a:graphic>
          <a:graphicData uri="http://schemas.openxmlformats.org/drawingml/2006/table">
            <a:tbl>
              <a:tblPr/>
              <a:tblGrid>
                <a:gridCol w="1548000"/>
                <a:gridCol w="3060720"/>
                <a:gridCol w="703080"/>
                <a:gridCol w="354240"/>
                <a:gridCol w="703080"/>
              </a:tblGrid>
              <a:tr h="4136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Студент группы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ИКБО-50-23, Враженко Д.О.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(подпись)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Преподаватель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i="1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Ивахник Д.Е.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(подпись)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36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Отчет представлен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«___»________202__г.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endParaRPr b="0" lang="ru-RU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20880" y="2122920"/>
            <a:ext cx="10080360" cy="144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1491480" y="837720"/>
            <a:ext cx="7139520" cy="4015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3217320" y="262440"/>
            <a:ext cx="3687840" cy="516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>
            <a:off x="2413440" y="243360"/>
            <a:ext cx="5295600" cy="5204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2413440" y="1352160"/>
            <a:ext cx="5295600" cy="298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>
            <a:off x="2417040" y="1721520"/>
            <a:ext cx="5288040" cy="22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2417040" y="1721520"/>
            <a:ext cx="5288040" cy="22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2413440" y="2091240"/>
            <a:ext cx="5295600" cy="150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" descr=""/>
          <p:cNvPicPr/>
          <p:nvPr/>
        </p:nvPicPr>
        <p:blipFill>
          <a:blip r:embed="rId1"/>
          <a:stretch/>
        </p:blipFill>
        <p:spPr>
          <a:xfrm>
            <a:off x="2417040" y="1721520"/>
            <a:ext cx="5288040" cy="22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" descr=""/>
          <p:cNvPicPr/>
          <p:nvPr/>
        </p:nvPicPr>
        <p:blipFill>
          <a:blip r:embed="rId1"/>
          <a:stretch/>
        </p:blipFill>
        <p:spPr>
          <a:xfrm>
            <a:off x="2413440" y="1721520"/>
            <a:ext cx="5295600" cy="2247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" descr=""/>
          <p:cNvPicPr/>
          <p:nvPr/>
        </p:nvPicPr>
        <p:blipFill>
          <a:blip r:embed="rId1"/>
          <a:stretch/>
        </p:blipFill>
        <p:spPr>
          <a:xfrm>
            <a:off x="2413440" y="1352160"/>
            <a:ext cx="5295600" cy="2986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LibreOffice/25.2.6.2$Windows_X86_64 LibreOffice_project/729c5bfe710f5eb71ed3bbde9e06a6065e9c6c5d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2025-09-08T16:34:49Z</dcterms:created>
  <dc:creator/>
  <dc:description/>
  <dc:language>ru-RU</dc:language>
  <cp:lastModifiedBy/>
  <dcterms:modified xsi:type="dcterms:W3CDTF">2025-11-05T05:50:14Z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