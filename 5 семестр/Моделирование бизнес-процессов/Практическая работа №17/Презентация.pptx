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78C659-90E0-448C-92D2-7E32817C572A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4D4B45-0E35-4D8C-978B-FC73D9F79531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2"/>
          <p:cNvSpPr/>
          <p:nvPr/>
        </p:nvSpPr>
        <p:spPr>
          <a:xfrm>
            <a:off x="1839960" y="332640"/>
            <a:ext cx="6399720" cy="53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МИНОБРНАУКИ РОССИИ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Федеральное государственное бюджетное образовательное учреждение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высшего образования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«МИРЭА </a:t>
            </a: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ymbol"/>
                <a:ea typeface="DejaVu Sans"/>
              </a:rPr>
              <a:t></a:t>
            </a: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Российский технологический университет»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РТУ МИРЭА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Институт информационных технологий (ИИТ)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Кафедра практической и прикладной информатики (ППИ)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ОТЧЕТ ПО ПРАКТИЧЕСКОЙ РАБОТЕ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по дисциплине «Моделирование бизнес-процессов»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Практическое занятие № 17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4410000" y="180000"/>
            <a:ext cx="1259280" cy="12592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" name=""/>
          <p:cNvGraphicFramePr/>
          <p:nvPr/>
        </p:nvGraphicFramePr>
        <p:xfrm>
          <a:off x="1855800" y="3960000"/>
          <a:ext cx="6368760" cy="1469880"/>
        </p:xfrm>
        <a:graphic>
          <a:graphicData uri="http://schemas.openxmlformats.org/drawingml/2006/table">
            <a:tbl>
              <a:tblPr/>
              <a:tblGrid>
                <a:gridCol w="1548000"/>
                <a:gridCol w="3060720"/>
                <a:gridCol w="703080"/>
                <a:gridCol w="354240"/>
                <a:gridCol w="703080"/>
              </a:tblGrid>
              <a:tr h="4136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Студент группы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ИКБО-50-23, Враженко Д.О.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(подпись)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Преподаватель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Ивахник Д.Е.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(подпись)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36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Отчет представлен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«___»________202__г.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119160" y="2133360"/>
            <a:ext cx="9842400" cy="140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2129040" y="1138680"/>
            <a:ext cx="5943240" cy="335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3260520" y="231840"/>
            <a:ext cx="3680280" cy="516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2453040" y="212760"/>
            <a:ext cx="5295600" cy="5204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2453040" y="1321560"/>
            <a:ext cx="5295600" cy="298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2456640" y="1690920"/>
            <a:ext cx="5288040" cy="224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2456640" y="1690920"/>
            <a:ext cx="5288040" cy="224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2453040" y="2060640"/>
            <a:ext cx="5295600" cy="150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2456640" y="1690920"/>
            <a:ext cx="5288040" cy="224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2453040" y="1687320"/>
            <a:ext cx="5295600" cy="225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2453040" y="1317600"/>
            <a:ext cx="5295600" cy="299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2025-09-08T16:34:49Z</dcterms:created>
  <dc:creator/>
  <dc:description/>
  <dc:language>ru-RU</dc:language>
  <cp:lastModifiedBy/>
  <dcterms:modified xsi:type="dcterms:W3CDTF">2025-11-09T20:29:22Z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