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69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FD584F-7A59-4A4D-827A-A11E3E4D9699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74EA14-6253-43A4-BDD6-477D0B691955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/>
          <p:cNvSpPr/>
          <p:nvPr/>
        </p:nvSpPr>
        <p:spPr>
          <a:xfrm>
            <a:off x="1839960" y="332640"/>
            <a:ext cx="6398640" cy="53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МИНОБРНАУКИ РОССИИ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Федеральное государственное бюджетное образовательное учреждение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высшего образования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«МИРЭА 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ymbol"/>
                <a:ea typeface="DejaVu Sans"/>
              </a:rPr>
              <a:t>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Российский технологический университет»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РТУ МИРЭА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Институт информационных технологий (ИИТ)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Кафедра практической и прикладной информатики (ППИ)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ОТЧЕТ ПО ПРАКТИЧЕСКОЙ РАБОТЕ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по дисциплине «Моделирование бизнес-процессов»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Практическое занятие № 19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4410000" y="180000"/>
            <a:ext cx="1258200" cy="12582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" name=""/>
          <p:cNvGraphicFramePr/>
          <p:nvPr/>
        </p:nvGraphicFramePr>
        <p:xfrm>
          <a:off x="1855800" y="3960000"/>
          <a:ext cx="6368760" cy="1469880"/>
        </p:xfrm>
        <a:graphic>
          <a:graphicData uri="http://schemas.openxmlformats.org/drawingml/2006/table">
            <a:tbl>
              <a:tblPr/>
              <a:tblGrid>
                <a:gridCol w="1548000"/>
                <a:gridCol w="3060720"/>
                <a:gridCol w="703080"/>
                <a:gridCol w="354240"/>
                <a:gridCol w="703080"/>
              </a:tblGrid>
              <a:tr h="413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Студент группы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ИКБО-50-23, Враженко Д.О.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(подпись)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Преподаватель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Ивахник Д.Е.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(подпись)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3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Отчет представлен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«___»________202__г.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60480" y="1444320"/>
            <a:ext cx="10080360" cy="274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2025-09-08T16:34:49Z</dcterms:created>
  <dc:creator/>
  <dc:description/>
  <dc:language>ru-RU</dc:language>
  <cp:lastModifiedBy/>
  <dcterms:modified xsi:type="dcterms:W3CDTF">2025-11-06T13:00:40Z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