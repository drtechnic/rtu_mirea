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214639-8483-456F-BDF1-79E1F9868AA5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A73B31-C974-4390-A8F5-8916AEF6906D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2"/>
          <p:cNvSpPr/>
          <p:nvPr/>
        </p:nvSpPr>
        <p:spPr>
          <a:xfrm>
            <a:off x="1839960" y="332640"/>
            <a:ext cx="6399000" cy="53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МИНОБРНАУКИ РОССИИ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Федеральное государственное бюджетное образовательное учреждение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высшего образования</a:t>
            </a:r>
            <a:br>
              <a:rPr sz="1400"/>
            </a:b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«МИРЭА </a:t>
            </a: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Symbol"/>
                <a:ea typeface="DejaVu Sans"/>
              </a:rPr>
              <a:t></a:t>
            </a: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Российский технологический университет»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РТУ МИРЭА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Институт информационных технологий (ИИТ)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Кафедра практической и прикладной информатики (ППИ)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ОТЧЕТ ПО ПРАКТИЧЕСКОЙ РАБОТЕ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по дисциплине «Моделирование бизнес-процессов»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1" lang="ru-RU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Практическое занятие № 21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4410000" y="180000"/>
            <a:ext cx="1258560" cy="12585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" name=""/>
          <p:cNvGraphicFramePr/>
          <p:nvPr/>
        </p:nvGraphicFramePr>
        <p:xfrm>
          <a:off x="1855800" y="3960000"/>
          <a:ext cx="6368760" cy="1469880"/>
        </p:xfrm>
        <a:graphic>
          <a:graphicData uri="http://schemas.openxmlformats.org/drawingml/2006/table">
            <a:tbl>
              <a:tblPr/>
              <a:tblGrid>
                <a:gridCol w="1548000"/>
                <a:gridCol w="3060720"/>
                <a:gridCol w="703080"/>
                <a:gridCol w="354240"/>
                <a:gridCol w="703080"/>
              </a:tblGrid>
              <a:tr h="4136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Студент группы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ИКБО-50-23, Враженко Д.О.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(подпись)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Преподаватель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i="1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Ивахник Д.Е.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(подпись)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36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Отчет представлен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«___»________202__г.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3184560" y="376560"/>
            <a:ext cx="3832560" cy="48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2064240" y="-20520"/>
            <a:ext cx="607248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4001760" y="-20520"/>
            <a:ext cx="219744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3823560" y="-20520"/>
            <a:ext cx="2554200" cy="567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LibreOffice/25.2.6.2$Windows_X86_64 LibreOffice_project/729c5bfe710f5eb71ed3bbde9e06a6065e9c6c5d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2025-09-08T16:34:49Z</dcterms:created>
  <dc:creator/>
  <dc:description/>
  <dc:language>ru-RU</dc:language>
  <cp:lastModifiedBy/>
  <dcterms:modified xsi:type="dcterms:W3CDTF">2025-11-06T12:43:33Z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